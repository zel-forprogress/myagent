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274320"/>
            <a:ext cx="2194560" cy="21945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73736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5212080"/>
            <a:ext cx="1463040" cy="14630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0" b="1">
                <a:solidFill>
                  <a:srgbClr val="00D4FF"/>
                </a:solidFill>
                <a:latin typeface="Microsoft YaHei"/>
              </a:rPr>
              <a:t>myAgent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icrosoft YaHei"/>
              </a:rPr>
              <a:t>本地 RAG Agent 系统技术文档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27432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FastAPI · LangGraph · Milvus · Next.js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950976" cy="3200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95097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Microsoft YaHei"/>
              </a:rPr>
              <a:t>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9656" y="3931920"/>
            <a:ext cx="1280160" cy="3200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6" y="393192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Microsoft YaHei"/>
              </a:rP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976" y="3931920"/>
            <a:ext cx="1115568" cy="3200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3931920"/>
            <a:ext cx="11155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Microsoft YaHei"/>
              </a:rPr>
              <a:t>多知识库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9704" y="3931920"/>
            <a:ext cx="1115568" cy="3200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3931920"/>
            <a:ext cx="11155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Microsoft YaHei"/>
              </a:rPr>
              <a:t>会话记忆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2432" y="3931920"/>
            <a:ext cx="1115568" cy="3200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3931920"/>
            <a:ext cx="111556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00D4FF"/>
                </a:solidFill>
                <a:latin typeface="Microsoft YaHei"/>
              </a:rPr>
              <a:t>可观测性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技术栈：Python · FastAPI · LangGraph · Milvus · PostgreSQL · Redis · Celery · Next.js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模型：Qwen / DashScope OpenAI-compatible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01  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5303520" cy="5486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73152" cy="5486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4754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Microsoft YaHei"/>
              </a:rPr>
              <a:t>为什么做 myAgent？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大模型落地痛点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</a:rPr>
              <a:t>▸  企业文档分散，LLM 无法直接利用私有知识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</a:rPr>
              <a:t>▸  通用对话缺少领域上下文，回答不精准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</a:rPr>
              <a:t>▸  长对话 token 成本高，需要会话记忆优化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RAG 挑战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</a:rPr>
              <a:t>▸  检索质量不稳定，需要改写和重排策略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</a:rPr>
              <a:t>▸  文档入库耗时，需要异步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Microsoft YaHei"/>
              </a:rPr>
              <a:t>▸  Agent 执行链路黑盒，需要可观测性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914400"/>
            <a:ext cx="5577840" cy="5486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914400"/>
            <a:ext cx="73152" cy="548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097280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Microsoft YaHei"/>
              </a:rPr>
              <a:t>项目目标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16459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6459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6459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本地优先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93852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所有依赖 Docker Compose 一键启动，数据完全本地可控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42316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42316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4231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Agentic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71576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基于 LangGraph 的多节点工作流，支持意图路由和检索质量检查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20040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2004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2004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多知识库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9300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支持创建多个独立知识库，检索时灵活选择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397764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776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776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会话记忆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27024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长对话自动摘要压缩，降低 token 消耗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475488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75488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7548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异步入库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04748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Redis + Celery 异步处理，支持重试和取消</a:t>
            </a:r>
          </a:p>
        </p:txBody>
      </p:sp>
      <p:sp>
        <p:nvSpPr>
          <p:cNvPr id="40" name="Oval 39"/>
          <p:cNvSpPr/>
          <p:nvPr/>
        </p:nvSpPr>
        <p:spPr>
          <a:xfrm>
            <a:off x="6537960" y="553212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53212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53212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全链路观测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824728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Langfuse 记录每个 Agent 节点、检索结果和模型调用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02  技术栈总览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全栈技术选型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6517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</a:rPr>
              <a:t>后端服务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Python 3.11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Uvicorn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Pydantic v2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554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554480"/>
            <a:ext cx="26517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645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icrosoft YaHei"/>
              </a:rPr>
              <a:t>Agent 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57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77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697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OpenAI-compatible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554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554480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645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数据存储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Milvus 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77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PostgreSQL 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97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MinIO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0175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Redis 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1554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1554480"/>
            <a:ext cx="26517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645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异步任务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057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Celery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377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Redis Broker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697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Pipeline 节点日志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840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840480"/>
            <a:ext cx="265176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931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C4899"/>
                </a:solidFill>
                <a:latin typeface="Microsoft YaHei"/>
              </a:rPr>
              <a:t>文档解析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43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Docling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Azure Document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983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pypdf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035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python-docx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3840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3840480"/>
            <a:ext cx="26517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3931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</a:rPr>
              <a:t>可观测性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4343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Langfuse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663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链路追踪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983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Token 用量统计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3840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3840480"/>
            <a:ext cx="26517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3931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icrosoft YaHei"/>
              </a:rPr>
              <a:t>前端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343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Next.js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663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React 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983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TypeScript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3035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Radix UI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384048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869680" y="3840480"/>
            <a:ext cx="26517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393192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部署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3434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Docker Compose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466344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健康检查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98348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Microsoft YaHei"/>
              </a:rPr>
              <a:t>• 数据卷持久化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03 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端到端数据流与组件交互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1645920" cy="548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👤 用户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188720"/>
            <a:ext cx="2011680" cy="73152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1887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Next.js 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5087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Microsoft YaHei"/>
              </a:rPr>
              <a:t>聊天 · 登录 · 管理后台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1554480"/>
            <a:ext cx="36576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13" name="Rounded Rectangle 12"/>
          <p:cNvSpPr/>
          <p:nvPr/>
        </p:nvSpPr>
        <p:spPr>
          <a:xfrm>
            <a:off x="4754880" y="10972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0972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FastAPI 后端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41732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B0E0FF"/>
                </a:solidFill>
                <a:latin typeface="Microsoft YaHei"/>
              </a:rPr>
              <a:t>Auth · Chat · KB · 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69164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B0E0FF"/>
                </a:solidFill>
                <a:latin typeface="Microsoft YaHei"/>
              </a:rPr>
              <a:t>Sessions · Retrieval · Admin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97680" y="1554480"/>
            <a:ext cx="45720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18" name="Rounded Rectangle 17"/>
          <p:cNvSpPr/>
          <p:nvPr/>
        </p:nvSpPr>
        <p:spPr>
          <a:xfrm>
            <a:off x="7772400" y="10972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09728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LangGraph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4173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0E0C0"/>
                </a:solidFill>
                <a:latin typeface="Microsoft YaHei"/>
              </a:rPr>
              <a:t>意图路由 · 检索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6916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0E0C0"/>
                </a:solidFill>
                <a:latin typeface="Microsoft YaHei"/>
              </a:rPr>
              <a:t>改写 · 质量检查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0" y="1554480"/>
            <a:ext cx="45720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23" name="Rounded Rectangle 22"/>
          <p:cNvSpPr/>
          <p:nvPr/>
        </p:nvSpPr>
        <p:spPr>
          <a:xfrm>
            <a:off x="10149840" y="1188720"/>
            <a:ext cx="1737360" cy="7315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18872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Qwen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50876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E0B0"/>
                </a:solidFill>
                <a:latin typeface="Microsoft YaHei"/>
              </a:rPr>
              <a:t>DashScope API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84080" y="1554480"/>
            <a:ext cx="36576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27" name="Rectangle 26"/>
          <p:cNvSpPr/>
          <p:nvPr/>
        </p:nvSpPr>
        <p:spPr>
          <a:xfrm>
            <a:off x="274320" y="2560320"/>
            <a:ext cx="11612880" cy="18288"/>
          </a:xfrm>
          <a:prstGeom prst="rect">
            <a:avLst/>
          </a:prstGeom>
          <a:solidFill>
            <a:srgbClr val="2A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6517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</a:rPr>
              <a:t>存储与基础设施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1089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108960"/>
            <a:ext cx="54864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821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Microsoft YaHei"/>
              </a:rPr>
              <a:t>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45643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用户 · 会话 · 消息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知识库元数据 · 任务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0" y="31089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08960" y="3108960"/>
            <a:ext cx="54864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31821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Microsoft YaHei"/>
              </a:rPr>
              <a:t>Milvus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45643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向量存储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语义检索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31089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0" y="310896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31821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icrosoft YaHei"/>
              </a:rPr>
              <a:t>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45643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原始文件存储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S3 兼容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31089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3840" y="3108960"/>
            <a:ext cx="54864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31821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Microsoft YaHei"/>
              </a:rPr>
              <a:t>Redis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45643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Celery Broker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任务队列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31089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41280" y="3108960"/>
            <a:ext cx="54864" cy="914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0" y="318211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</a:rPr>
              <a:t>Langfuse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3456432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链路追踪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Token 用量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297680"/>
            <a:ext cx="11612880" cy="18288"/>
          </a:xfrm>
          <a:prstGeom prst="rect">
            <a:avLst/>
          </a:prstGeom>
          <a:solidFill>
            <a:srgbClr val="2A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38912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异步入库 Pipeline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84632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4846320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84632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1. 上传文档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011680" y="5120640"/>
            <a:ext cx="109728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55" name="Rounded Rectangle 54"/>
          <p:cNvSpPr/>
          <p:nvPr/>
        </p:nvSpPr>
        <p:spPr>
          <a:xfrm>
            <a:off x="2121408" y="484632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121408" y="4846320"/>
            <a:ext cx="54864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21408" y="484632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2. 创建 Task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858768" y="5120640"/>
            <a:ext cx="109728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59" name="Rounded Rectangle 58"/>
          <p:cNvSpPr/>
          <p:nvPr/>
        </p:nvSpPr>
        <p:spPr>
          <a:xfrm>
            <a:off x="3968496" y="484632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68496" y="484632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68496" y="484632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3. Celery 排队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705856" y="5120640"/>
            <a:ext cx="109728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63" name="Rounded Rectangle 62"/>
          <p:cNvSpPr/>
          <p:nvPr/>
        </p:nvSpPr>
        <p:spPr>
          <a:xfrm>
            <a:off x="5815584" y="484632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15584" y="484632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15584" y="484632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4. inspect_document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552944" y="5120640"/>
            <a:ext cx="109728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67" name="Rounded Rectangle 66"/>
          <p:cNvSpPr/>
          <p:nvPr/>
        </p:nvSpPr>
        <p:spPr>
          <a:xfrm>
            <a:off x="7662672" y="484632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62672" y="4846320"/>
            <a:ext cx="54864" cy="5486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62672" y="484632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5. chunk_embed_index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00032" y="5120640"/>
            <a:ext cx="109728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71" name="Rounded Rectangle 70"/>
          <p:cNvSpPr/>
          <p:nvPr/>
        </p:nvSpPr>
        <p:spPr>
          <a:xfrm>
            <a:off x="9509760" y="484632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509760" y="4846320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60" y="4846320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YaHei"/>
              </a:rPr>
              <a:t>6. update_record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1247120" y="5120640"/>
            <a:ext cx="109728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75" name="Rectangle 74"/>
          <p:cNvSpPr/>
          <p:nvPr/>
        </p:nvSpPr>
        <p:spPr>
          <a:xfrm>
            <a:off x="274320" y="5760720"/>
            <a:ext cx="11612880" cy="18288"/>
          </a:xfrm>
          <a:prstGeom prst="rect">
            <a:avLst/>
          </a:prstGeom>
          <a:solidFill>
            <a:srgbClr val="2A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585216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核心能力：多知识库检索  ·  会话记忆(摘要压缩)  ·  上下文补全  ·  检索改写  ·  Rerank  ·  流式输出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04  核心流程 — 聊天问答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LangGraph Agent 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4630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START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1737360"/>
            <a:ext cx="36576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11" name="Rounded Rectangle 10"/>
          <p:cNvSpPr/>
          <p:nvPr/>
        </p:nvSpPr>
        <p:spPr>
          <a:xfrm>
            <a:off x="1828800" y="137160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1371600"/>
            <a:ext cx="146304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141732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complete_question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_with_history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1737360"/>
            <a:ext cx="36576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15" name="Rounded Rectangle 14"/>
          <p:cNvSpPr/>
          <p:nvPr/>
        </p:nvSpPr>
        <p:spPr>
          <a:xfrm>
            <a:off x="3657600" y="137160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371600"/>
            <a:ext cx="146304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141732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analyze_question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(意图路由)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0" y="1737360"/>
            <a:ext cx="36576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19" name="Rounded Rectangle 18"/>
          <p:cNvSpPr/>
          <p:nvPr/>
        </p:nvSpPr>
        <p:spPr>
          <a:xfrm>
            <a:off x="5486400" y="137160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1371600"/>
            <a:ext cx="146304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141732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plan_agent_task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18872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188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route_question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00584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00584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generate_direct_answer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686800" y="1234440"/>
            <a:ext cx="457200" cy="18288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27" name="Rounded Rectangle 26"/>
          <p:cNvSpPr/>
          <p:nvPr/>
        </p:nvSpPr>
        <p:spPr>
          <a:xfrm>
            <a:off x="7315200" y="228600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28600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retrieve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01000" y="1645920"/>
            <a:ext cx="0" cy="64008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30" name="Rounded Rectangle 29"/>
          <p:cNvSpPr/>
          <p:nvPr/>
        </p:nvSpPr>
        <p:spPr>
          <a:xfrm>
            <a:off x="7315200" y="301752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0175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check_retrieval_quality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01000" y="2743200"/>
            <a:ext cx="0" cy="27432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33" name="Rounded Rectangle 32"/>
          <p:cNvSpPr/>
          <p:nvPr/>
        </p:nvSpPr>
        <p:spPr>
          <a:xfrm>
            <a:off x="9144000" y="283464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283464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generate_rag_answer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686800" y="3063240"/>
            <a:ext cx="457200" cy="18288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36" name="Rounded Rectangle 35"/>
          <p:cNvSpPr/>
          <p:nvPr/>
        </p:nvSpPr>
        <p:spPr>
          <a:xfrm>
            <a:off x="5303520" y="301752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30175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rewrite_question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675120" y="3246120"/>
            <a:ext cx="640080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39" name="Rounded Rectangle 38"/>
          <p:cNvSpPr/>
          <p:nvPr/>
        </p:nvSpPr>
        <p:spPr>
          <a:xfrm>
            <a:off x="3474720" y="301752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30175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retrieve_rewritten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4846320" y="3246120"/>
            <a:ext cx="457200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42" name="Rounded Rectangle 41"/>
          <p:cNvSpPr/>
          <p:nvPr/>
        </p:nvSpPr>
        <p:spPr>
          <a:xfrm>
            <a:off x="1645920" y="301752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0" y="30175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check_rewritten_quality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3017520" y="3246120"/>
            <a:ext cx="457200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45" name="Rounded Rectangle 44"/>
          <p:cNvSpPr/>
          <p:nvPr/>
        </p:nvSpPr>
        <p:spPr>
          <a:xfrm>
            <a:off x="1645920" y="3840480"/>
            <a:ext cx="1645920" cy="4572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45920" y="384048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icrosoft YaHei"/>
              </a:rPr>
              <a:t>generate_rag_answer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331720" y="3474720"/>
            <a:ext cx="0" cy="36576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48" name="Rounded Rectangle 47"/>
          <p:cNvSpPr/>
          <p:nvPr/>
        </p:nvSpPr>
        <p:spPr>
          <a:xfrm>
            <a:off x="3657600" y="384048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384048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generate_no_context_answer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017520" y="4069080"/>
            <a:ext cx="64008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51" name="Rounded Rectangle 50"/>
          <p:cNvSpPr/>
          <p:nvPr/>
        </p:nvSpPr>
        <p:spPr>
          <a:xfrm>
            <a:off x="9601200" y="384048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384048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94A3B8"/>
                </a:solidFill>
                <a:latin typeface="Microsoft YaHei"/>
              </a:rPr>
              <a:t>END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966960" y="3291840"/>
            <a:ext cx="0" cy="54864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cxnSp>
        <p:nvCxnSpPr>
          <p:cNvPr id="54" name="Connector 53"/>
          <p:cNvCxnSpPr/>
          <p:nvPr/>
        </p:nvCxnSpPr>
        <p:spPr>
          <a:xfrm>
            <a:off x="9144000" y="1234440"/>
            <a:ext cx="457200" cy="260604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cxnSp>
        <p:nvCxnSpPr>
          <p:cNvPr id="55" name="Connector 54"/>
          <p:cNvCxnSpPr/>
          <p:nvPr/>
        </p:nvCxnSpPr>
        <p:spPr>
          <a:xfrm>
            <a:off x="5486400" y="4069080"/>
            <a:ext cx="411480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56" name="Rounded Rectangle 55"/>
          <p:cNvSpPr/>
          <p:nvPr/>
        </p:nvSpPr>
        <p:spPr>
          <a:xfrm>
            <a:off x="274320" y="4754880"/>
            <a:ext cx="11612880" cy="18288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4754880"/>
            <a:ext cx="73152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</a:rPr>
              <a:t>会话记忆策略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30352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≤ 16 条消息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5303520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使用完整历史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6509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&gt; 16 条消息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3200" y="5650992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生成会话摘要，后续使用 摘要 + 最近 8 条原始消息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998464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摘要上限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5998464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约 600 字，降低长对话 token 消耗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34593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上下文补全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6345936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complete_question_with_history 节点将指代不明的问题改写为独立问题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05  核心流程 — 文档入库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Redis + Celery 异步入库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6304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1945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Microsoft YaHei"/>
              </a:rPr>
              <a:t>用户上传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前端上传文档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支持 txt/md/pdf/docx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Office/图片/HTML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6304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1463040"/>
            <a:ext cx="219456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5087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Microsoft YaHei"/>
              </a:rPr>
              <a:t>创建 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8308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写入 pending 文档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创建 IngestionTask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状态: pending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46304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1463040"/>
            <a:ext cx="21945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5087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Celery 排队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78308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Redis Broker 分发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worker 消费任务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支持排队/重试/取消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46304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1463040"/>
            <a:ext cx="21945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15087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Microsoft YaHei"/>
              </a:rPr>
              <a:t>inspect_document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78308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检测文档类型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提取文本内容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获取存储元数据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474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474720"/>
            <a:ext cx="219456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5204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Microsoft YaHei"/>
              </a:rPr>
              <a:t>chunk_embed_index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79476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分块(800字符)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Embedding 向量化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写入 Milvus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3474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474720"/>
            <a:ext cx="21945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35204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D4FF"/>
                </a:solidFill>
                <a:latin typeface="Microsoft YaHei"/>
              </a:rPr>
              <a:t>update_document_record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79476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更新文档记录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同步 chunk 元数据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记录节点日志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3474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0" y="3474720"/>
            <a:ext cx="219456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35204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Microsoft YaHei"/>
              </a:rPr>
              <a:t>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79476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状态: success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管理后台可查看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支持重试/取消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68880" y="2148840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cxnSp>
        <p:nvCxnSpPr>
          <p:cNvPr id="36" name="Connector 35"/>
          <p:cNvCxnSpPr/>
          <p:nvPr/>
        </p:nvCxnSpPr>
        <p:spPr>
          <a:xfrm>
            <a:off x="4937760" y="2148840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cxnSp>
        <p:nvCxnSpPr>
          <p:cNvPr id="37" name="Connector 36"/>
          <p:cNvCxnSpPr/>
          <p:nvPr/>
        </p:nvCxnSpPr>
        <p:spPr>
          <a:xfrm>
            <a:off x="7406640" y="2148840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cxnSp>
        <p:nvCxnSpPr>
          <p:cNvPr id="38" name="Connector 37"/>
          <p:cNvCxnSpPr/>
          <p:nvPr/>
        </p:nvCxnSpPr>
        <p:spPr>
          <a:xfrm flipH="1">
            <a:off x="274320" y="2148840"/>
            <a:ext cx="9601200" cy="20116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cxnSp>
        <p:nvCxnSpPr>
          <p:cNvPr id="39" name="Connector 38"/>
          <p:cNvCxnSpPr/>
          <p:nvPr/>
        </p:nvCxnSpPr>
        <p:spPr>
          <a:xfrm>
            <a:off x="2468880" y="4160520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cxnSp>
        <p:nvCxnSpPr>
          <p:cNvPr id="40" name="Connector 39"/>
          <p:cNvCxnSpPr/>
          <p:nvPr/>
        </p:nvCxnSpPr>
        <p:spPr>
          <a:xfrm>
            <a:off x="4937760" y="4160520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a:ln>
          <a:tailEnd type="triangle"/>
        </a:ln>
      </p:cxnSp>
      <p:sp>
        <p:nvSpPr>
          <p:cNvPr id="41" name="Rounded Rectangle 40"/>
          <p:cNvSpPr/>
          <p:nvPr/>
        </p:nvSpPr>
        <p:spPr>
          <a:xfrm>
            <a:off x="274320" y="5303520"/>
            <a:ext cx="11612880" cy="12801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530352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40680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任务管理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85216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重试机制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852160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失败后自动重试，默认最多 3 次，间隔 30s；认证错误等不可重试错误直接标记 failed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4476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取消操作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6144768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支持取消 pending / queued / running / retrying 状态的任务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37376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节点日志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6437376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每个 Pipeline 节点记录状态、耗时、chunks 数量、跳过数量和错误信息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729984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解析器选择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6729984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支持 Docling / Azure Document Intelligence / basic 三种文档解析路径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06  核心代码 — LangGraph Agent 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graph_service.py — 构建 Agent 工作流图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943600" cy="5303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943600" cy="30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04800"/>
            <a:ext cx="381000" cy="499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56360"/>
            <a:ext cx="5410200" cy="515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CBD5E1"/>
                </a:solidFill>
                <a:latin typeface="Courier New"/>
              </a:rPr>
              <a:t>def build_chat_graph():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 = StateGraph(ChatState)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# 添加节点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graph.add_node('complete_question_with_history',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graph.add_node('analyze_question',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graph.add_node('plan_agent_task',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graph.add_node('retrieve',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graph.add_node('check_retrieval_quality',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graph.add_node('rewrite_question',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graph.add_node('retrieve_rewritten',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graph.add_node('generate_rag_answer',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graph.add_node('generate_direct_answer', ...)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# 添加边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graph.add_edge(START, 'complete_question_with_history')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graph.add_conditional_edges(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    'plan_agent_task', route_question,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    {'rag': 'retrieve', 'direct': 'generate_direct_answer'}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graph.add_conditional_edges(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    'check_retrieval_quality', route_retrieval_quality,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    {'good': 'generate_rag_answer', 'poor': 'rewrite_question'}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)</a:t>
            </a:r>
          </a:p>
          <a:p>
            <a:r>
              <a:rPr sz="950">
                <a:solidFill>
                  <a:srgbClr val="CBD5E1"/>
                </a:solidFill>
                <a:latin typeface="Courier New"/>
              </a:rPr>
              <a:t>    return graph.compile()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80160"/>
            <a:ext cx="5394960" cy="53035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280160"/>
            <a:ext cx="73152" cy="5303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17320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icrosoft YaHei"/>
              </a:rPr>
              <a:t>ChatState 状态定义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82880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用户原始问题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chat_history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会话历史文本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standalone_question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56032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上下文补全后的独立问题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92608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rewritten_question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92608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检索改写后的查询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29184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9184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路由结果: rag / 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65760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task_intent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65760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任务意图标签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02336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02336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检索结果列表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8912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retrieval_quality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38912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检索质量: good / poor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agent_plan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75488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Agent 执行计划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12064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tool_calls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12064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工具调用记录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48640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48640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最终回答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85216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85216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执行步骤日志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07  核心代码 — 检索 &amp; 入库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rag_service.py &amp; ingestion_pipeline.py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669280" cy="53949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5394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Microsoft YaHei"/>
              </a:rPr>
              <a:t>混合检索 + 质量评分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486400" cy="4846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5486400" cy="30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4800"/>
            <a:ext cx="381000" cy="4541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67840"/>
            <a:ext cx="4953000" cy="469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BD5E1"/>
                </a:solidFill>
                <a:latin typeface="Courier New"/>
              </a:rPr>
              <a:t>def retrieve_sources_multi(collection_names, question, top_k=4):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1. 向量检索 (COSINE)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vector_results = milvus.search(data=[query_vector], ...)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2. 关键词检索 (jieba + ILIKE)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keyword_results = db.query(...).filter(or_(*filters))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3. 混合评分融合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for source in merged_sources: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key = (source.source, source.content)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existing = deduplicated_by_chunk.get(key)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if existing: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merge_source_scores(existing, source)  # 去重+取最高分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4. 最终排序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return sorted_sources[:top_k]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def calculate_retrieval_score(source):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if vector_score &gt; 0 and keyword_score &gt; 0: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return vector_score * 0.7 + keyword_score * 0.3 + 0.05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if vector_score &gt; 0: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return vector_score * 0.7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return keyword_score * 0.3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669280" cy="53949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73152" cy="5394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Microsoft YaHei"/>
              </a:rPr>
              <a:t>入库 Pipeline 节点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5486400" cy="4846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5486400" cy="30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04800"/>
            <a:ext cx="381000" cy="4541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767840"/>
            <a:ext cx="4953000" cy="469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BD5E1"/>
                </a:solidFill>
                <a:latin typeface="Courier New"/>
              </a:rPr>
              <a:t>def run_ingestion_pipeline(db, task):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节点1: 检查文档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with task_node(db, task, 'inspect_document'):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metadata = get_stored_file_metadata(source)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details.update({...})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节点2: 分块 + 向量化 + 入库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with task_node(db, task, 'chunk_embed_index'):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chunks, skipped = ingest_document(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collection_name, source,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embedding_model=kb.embedding_model,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db=db, knowledge_base_id=kb.id,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details.update({'chunks': chunks, 'skipped': skipped})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节点3: 更新文档记录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with task_node(db, task, 'update_document_record'):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upsert_document_record(db, ...)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return update_ingestion_task(db, task, status='success')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08  核心代码 — 可观测性 &amp; 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Langfuse 链路追踪 &amp; Pydantic Settings 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669280" cy="53949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5394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Microsoft YaHei"/>
              </a:rPr>
              <a:t>observability.py — 节点级追踪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5486400" cy="4846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5486400" cy="30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4800"/>
            <a:ext cx="381000" cy="4541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67840"/>
            <a:ext cx="4953000" cy="469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BD5E1"/>
                </a:solidFill>
                <a:latin typeface="Courier New"/>
              </a:rPr>
              <a:t>def traced_node(name, node_func):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def wrapped(state):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with start_node_span(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name,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input_data=state_snapshot_for_span(state)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) as span: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result = node_func(state)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update_node_span(span,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    output=serialize_value_for_span(result),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    metadata={'node': name})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        return result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return wrapped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# 每个 Agent 节点自动记录: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# - 输入: question, route, sources, steps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# - 输出: 节点返回结果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# - 模型调用: input/output/usage/token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# - Langfuse 可视化全链路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669280" cy="53949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73152" cy="5394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icrosoft YaHei"/>
              </a:rPr>
              <a:t>config.py — 环境变量配置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91640"/>
            <a:ext cx="5486400" cy="4846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91640"/>
            <a:ext cx="5486400" cy="30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04800"/>
            <a:ext cx="381000" cy="45415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767840"/>
            <a:ext cx="4953000" cy="469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BD5E1"/>
                </a:solidFill>
                <a:latin typeface="Courier New"/>
              </a:rPr>
              <a:t>class Settings(BaseSettings):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模型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openai_api_key: str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chat_model: str = 'qwen3.7-plus'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embedding_model: str = 'qwen3.7-text-embedding'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存储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milvus_uri: str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database_url: str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s3_endpoint_url: str = 'http://127.0.0.1:9000'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认证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auth_secret_key: str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seed_admin_password: str = 'admin123456'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会话记忆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chat_memory_summary_max_chars: int = 600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chat_memory_summary_start_messages: int = 16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Rerank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rerank_enabled: bool = False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rerank_model: str = 'qwen3-rerank'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# 文档解析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document_parser: str = 'docling'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docling_do_ocr: bool = True</a:t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BD5E1"/>
                </a:solidFill>
                <a:latin typeface="Courier New"/>
              </a:rPr>
              <a:t>    model_config = SettingsConfigDict(env_file='.env')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09  部署说明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Docker Compose 一键部署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669280" cy="53949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5394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</a:rPr>
              <a:t>部署步骤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1. 准备环境变量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cp .env.example .env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至少填写 OPENAI_API_KEY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2. 一键启动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docker compose up -d --build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3. 查看状态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docker compose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docker compose logs -f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4. 访问服务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前端: http://localhost:3000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后端: http://127.0.0.1:8000/docs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MinIO: http://127.0.0.1:9001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5. 健康检查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GET /health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返回: { status: 'ok', services: {...} 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88720"/>
            <a:ext cx="5669280" cy="320040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18872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服务端口映射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73736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Microsoft YaHei"/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173736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Next.js 前端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173736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3000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084832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Microsoft YaHei"/>
              </a:rP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08483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FastAPI 后端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084832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8000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432304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Microsoft YaHei"/>
              </a:rPr>
              <a:t>postgres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43230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432304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5433 → 5432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779776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Microsoft YaHei"/>
              </a:rPr>
              <a:t>milvus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77977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Milvus 向量库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779776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19530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12724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Microsoft YaHei"/>
              </a:rPr>
              <a:t>minio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12724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MinIO 对象存储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12724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9000 / 9001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474720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Microsoft YaHei"/>
              </a:rPr>
              <a:t>redis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47472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Redis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47472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6379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22192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D4FF"/>
                </a:solidFill>
                <a:latin typeface="Microsoft YaHei"/>
              </a:rPr>
              <a:t>docling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82219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Docling 解析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822192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</a:rPr>
              <a:t>5001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572000"/>
            <a:ext cx="5669280" cy="201168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4572000"/>
            <a:ext cx="73152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70916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数据持久化 &amp; 备份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07492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数据卷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07492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postgres_data / milvus_data / minio_data / etcd_data / redis_data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4864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备份建议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48640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定期导出 PostgreSQL + MinIO bucket + Milvus 数据卷快照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978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注意事项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5897880"/>
            <a:ext cx="3474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不要执行 docker compose down -v（会删除所有数据卷）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10  项目结构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代码组织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669280" cy="53949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5394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</a:rPr>
              <a:t>rag-backend/app/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api/routes/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91640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FastAPI 路由层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auth.py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84248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登录 / 获取当前用户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7685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chat.py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76856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聊天问答接口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946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knowledge_bases.py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69464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知识库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6207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documents.py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62072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文档管理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sessions.py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154680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会话管理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4728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  ingestion/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447288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入库任务接口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3989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core/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39896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核心初始化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3250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config.py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032504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Pydantic 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2511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db.py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325112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SQLAlchemy 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1772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celery_app.py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617720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Celery 实例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1032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models/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910328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SQLAlchemy 数据模型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0293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user.py / chat.py / document.py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202936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用户/消息/文档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49554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knowledge_base.py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495544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知识库模型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8815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ingestion_task.py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788152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入库任务模型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8076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schemas/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6080760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请求/响应 Pydantic 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37336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services/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6373368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业务逻辑层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66597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graph_service.py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6665976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LangGraph Agent 编排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95858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rag_service.py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6958584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检索 + 入库核心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725119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ingestion_pipeline.py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7251192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入库 Pipeline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754380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storage_service.py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7543800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MinIO 存储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783640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auth_service.py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7836408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JWT 认证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812901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observability.py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8129016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Langfuse 追踪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842162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00D4FF"/>
                </a:solidFill>
                <a:latin typeface="Microsoft YaHei"/>
              </a:rPr>
              <a:t>tasks/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8421624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Celery 异步任务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871423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ingestion.py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8714232"/>
            <a:ext cx="29260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入库任务执行器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1188720"/>
            <a:ext cx="5669280" cy="539496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1188720"/>
            <a:ext cx="73152" cy="5394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icrosoft YaHei"/>
              </a:rPr>
              <a:t>rag-frontend/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169164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Microsoft YaHei"/>
              </a:rPr>
              <a:t>app/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1691640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Next.js App Router 页面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198424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page.tsx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1984248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聊天主页面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227685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page.module.css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2276856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页面样式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256946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layout.tsx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2569464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根布局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286207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globals.css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2862072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全局样式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315468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Microsoft YaHei"/>
              </a:rPr>
              <a:t>  login/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0" y="3154680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登录页面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344728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Microsoft YaHei"/>
              </a:rPr>
              <a:t>  admin/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0" y="3447288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管理后台页面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373989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Microsoft YaHei"/>
              </a:rPr>
              <a:t>components/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3739896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公共组件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03250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Modal.tsx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4032504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模态框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32511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Select.tsx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4325112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选择器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461772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Microsoft YaHei"/>
              </a:rPr>
              <a:t>  Pagination/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4617720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分页组件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491032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MenuIcon.tsx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4910328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菜单图标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520293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Microsoft YaHei"/>
              </a:rPr>
              <a:t>lib/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0" y="5202936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前端工具库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549554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api.ts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0" y="5495544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API 请求封装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0" y="578815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auth.ts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0" y="5788152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>认证工具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637336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关键技术点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86800" y="6373368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6665976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• Next.js 16 App Router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6800" y="6665976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0" y="6958584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• React 19 + TypeScript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0" y="6958584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0" y="7251192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• 流式 SSE 渲染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86800" y="7251192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0" y="7543800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• Radix UI 组件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86800" y="7543800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00800" y="7836408"/>
            <a:ext cx="2286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Microsoft YaHei"/>
              </a:rPr>
              <a:t>  • react-markdown 渲染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0" y="7836408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695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11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Microsoft YaHei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项目总结与未来规划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669280" cy="2560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已实现能力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Agentic RAG 多节点工作流（LangGraph）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多知识库支持 + 混合检索（向量 + 关键词）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会话记忆与上下文补全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异步入库 Pipeline（Celery + Redis）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全链路可观测性（Langfuse）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多用户认证 + 管理后台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Docker Compose 一键部署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1188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✅ 流式输出 + 检索质量检查 + 自动改写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669280" cy="2560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73152" cy="2560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icrosoft YaHei"/>
              </a:rPr>
              <a:t>未来规划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多模态支持（图片理解、表格识别增强）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Agent 工具调用（外部 API / 数据库查询）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更精细的权限管理（RBAC）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51460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知识库协作与版本管理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8892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检索评估数据集与自动化评测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6324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支持更多 LLM 提供商（本地模型）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3756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前端 UI/UX 优化与移动端适配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5303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Microsoft YaHei"/>
              </a:rPr>
              <a:t>🔜 Kubernetes 部署方案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023360"/>
            <a:ext cx="11612880" cy="2560320"/>
          </a:xfrm>
          <a:prstGeom prst="roundRect">
            <a:avLst>
              <a:gd name="adj" fmla="val 6000"/>
            </a:avLst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023360"/>
            <a:ext cx="73152" cy="2560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Microsoft YaHei"/>
              </a:rPr>
              <a:t>技术亮点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219456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177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Microsoft YaHei"/>
              </a:rPr>
              <a:t>Agent 编排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9204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LangGraph 状态机驱动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12 个节点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条件边路由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572000"/>
            <a:ext cx="219456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46177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Microsoft YaHei"/>
              </a:rPr>
              <a:t>检索策略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89204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向量 + 关键词混合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自动改写重试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质量检查门控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572000"/>
            <a:ext cx="219456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46177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Microsoft YaHei"/>
              </a:rPr>
              <a:t>异步架构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89204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Celery + Redis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Pipeline 节点日志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重试/取消机制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572000"/>
            <a:ext cx="21945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46177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Microsoft YaHei"/>
              </a:rPr>
              <a:t>可观测性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89204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Langfuse 全链路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节点级 span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Token 用量追踪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4572000"/>
            <a:ext cx="2194560" cy="254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461772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C4899"/>
                </a:solidFill>
                <a:latin typeface="Microsoft YaHei"/>
              </a:rPr>
              <a:t>部署便捷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89204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Docker Compose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一键启动</a:t>
            </a:r>
          </a:p>
          <a:p>
            <a:pPr algn="ctr"/>
            <a:r>
              <a:rPr sz="900" b="0">
                <a:solidFill>
                  <a:srgbClr val="94A3B8"/>
                </a:solidFill>
                <a:latin typeface="Microsoft YaHei"/>
              </a:rPr>
              <a:t>健康检查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Microsoft YaHei"/>
              </a:rPr>
              <a:t>myAgent — 本地优先的 RAG Agent 系统  |  FastAPI · LangGraph · Milvus · Next.js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